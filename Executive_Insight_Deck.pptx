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11827"/>
                </a:solidFill>
              </a:rPr>
              <a:t>Weekly revenue volatility (CV by channel)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of variation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C7D2FE"/>
              </a:solidFill>
            </c:spPr>
          </c:dPt>
          <c:cat>
            <c:strRef>
              <c:f>Sheet1!$A$2:$A$3</c:f>
              <c:strCache>
                <c:ptCount val="2"/>
                <c:pt idx="0">
                  <c:v>Paid</c:v>
                </c:pt>
                <c:pt idx="1">
                  <c:v>Organic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0.3723963295222015</c:v>
                </c:pt>
                <c:pt idx="1">
                  <c:v>0.27015333207708436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118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11827"/>
                </a:solidFill>
              </a:rPr>
              <a:t>Conversion rate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C7D2FE"/>
              </a:solidFill>
            </c:spPr>
          </c:dPt>
          <c:dPt>
            <c:idx val="2"/>
            <c:spPr>
              <a:solidFill>
                <a:srgbClr val="C7D2FE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0.052069659578192</c:v>
                </c:pt>
                <c:pt idx="1">
                  <c:v>0.03706800445930881</c:v>
                </c:pt>
                <c:pt idx="2">
                  <c:v>0.033231436741938666</c:v>
                </c:pt>
                <c:pt idx="3">
                  <c:v>0.0254088515199113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118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11827"/>
                </a:solidFill>
              </a:rPr>
              <a:t>Revenue index vs weekly target (100% = on target)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 vs target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1.4817149850594444</c:v>
                </c:pt>
                <c:pt idx="1">
                  <c:v>0.9920061669527623</c:v>
                </c:pt>
                <c:pt idx="2">
                  <c:v>0.8468917286540784</c:v>
                </c:pt>
                <c:pt idx="3">
                  <c:v>0.679508233199822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118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</a:rPr>
              <a:t>Executive Insight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3F4F6"/>
                </a:solidFill>
              </a:rPr>
              <a:t>Performance review and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</a:rPr>
              <a:t>Prepared by Simon Sangla  ·  6-week KPI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€125,836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5868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GROSS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5868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39.3%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776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3.72%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1684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AOV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1684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€78.35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What is driving performance changes, and what should leadership do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Revenue across the 6-week window totals €125,836, at a 39.3% gross margin.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But the headline hides three uneven patterns by channel and region that this deck unpacks.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DATA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How we looked at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Reviewed 6 weeks of KPI data across 4 regions and 2 channels.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Compared revenue, conversion, AOV, and margin by segment.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Looked at trend, week-to-week variance, and contribution.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Benchmarked each region against a company weekly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KEY INSIGHT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Revenue is far more volatile in Paid than Organic.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120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Paid revenue swings 38% more, week to week, than organic.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Paid variability (CV 37%) versus organic (CV 27%) means Paid drives most of the volatility in the top line.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Organic is the steadier base; Paid is the lever and the risk.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210312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KEY INSIGHT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Conversion is the bottleneck in the weakest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120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West converts at 2.54%, the lowest of any region and well below North's 5.21%.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Closing even half that gap is the single highest-leverage move on the board.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Traffic is comparable across regions, so this is an execution gap, not a demand gap.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210312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KEY INSIGHT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One region outperforms on conversion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120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North leads revenue at €46,612 and beats its weekly target by +48%.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It converts best at 5.21%, the highest-efficiency region and the clearest lever to scale.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</a:rPr>
              <a:t>•  West trails its target by -32% — the clearest place to intervene.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210312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What leadership should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Prioritize conversion fixes in West (worst at 2.54%).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Reallocate attention toward North — the high-efficiency region.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Treat Paid as the volatility lever; protect the organic base.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Monitor weekly changes with the 6-week KPI pack.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4924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7725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WORST CONVERTER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8815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DC2626"/>
                </a:solidFill>
              </a:rPr>
              <a:t>West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5868" y="534924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5868" y="547725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BEST CONVERTER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5868" y="578815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16A34A"/>
                </a:solidFill>
              </a:rPr>
              <a:t>North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534924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547725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TOP REGION VS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578815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16A34A"/>
                </a:solidFill>
              </a:rPr>
              <a:t>+48%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1684" y="534924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1684" y="547725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WEAKEST VS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1684" y="578815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DC2626"/>
                </a:solidFill>
              </a:rPr>
              <a:t>-32%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Definitions, caveats, and source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Gross margin = (Revenue - Cost) / Revenue.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Conversion rate = Conversions / Visitors. AOV = Revenue / Orders.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CV = standard deviation / mean of per-region weekly revenue (volatility).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Variance to target = avg weekly actual / company weekly benchmark — 1.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Source: KPI Command Center workbook (6-week synthetic sample, seed 42).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Insight Deck</dc:title>
  <dc:subject/>
  <dc:creator>Simon Sangla</dc:creator>
  <cp:keywords/>
  <dc:description/>
  <cp:lastModifiedBy>Simon Sangla</cp:lastModifiedBy>
  <cp:revision>1</cp:revision>
  <dcterms:created xsi:type="dcterms:W3CDTF">2013-01-27T09:14:16Z</dcterms:created>
  <dcterms:modified xsi:type="dcterms:W3CDTF">2013-01-27T09:15:58Z</dcterms:modified>
  <cp:category/>
</cp:coreProperties>
</file>